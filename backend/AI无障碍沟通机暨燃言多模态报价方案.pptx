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2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946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A5B669-6CC0-4D58-942E-89993CC76E01}" type="datetimeFigureOut">
              <a:rPr lang="zh-CN" altLang="en-US" smtClean="0"/>
              <a:pPr/>
              <a:t>2026/9/2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27197-AE7F-4FB2-8737-D6A9A164F43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 smtClean="0"/>
              <a:t>燃言语音纠正器报价方案</a:t>
            </a:r>
            <a:endParaRPr lang="zh-CN" altLang="en-US" sz="32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4286256"/>
            <a:ext cx="6400800" cy="1071570"/>
          </a:xfrm>
        </p:spPr>
        <p:txBody>
          <a:bodyPr>
            <a:normAutofit/>
          </a:bodyPr>
          <a:lstStyle/>
          <a:p>
            <a:r>
              <a:rPr lang="zh-CN" altLang="en-US" sz="2400" dirty="0" smtClean="0">
                <a:solidFill>
                  <a:schemeClr val="tx1"/>
                </a:solidFill>
              </a:rPr>
              <a:t>                                          叶大海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r>
              <a:rPr lang="en-US" altLang="zh-CN" sz="2400" dirty="0" smtClean="0">
                <a:solidFill>
                  <a:schemeClr val="tx1"/>
                </a:solidFill>
              </a:rPr>
              <a:t>                                      2026-09-1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1142984"/>
            <a:ext cx="4149664" cy="4938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214778" y="1000108"/>
            <a:ext cx="4929222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产品代号：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纽扣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/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勋章</a:t>
            </a: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型语音纠正器</a:t>
            </a:r>
            <a:endParaRPr kumimoji="0" 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操作模式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按键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/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触控）：按钮</a:t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网络访问：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4G SIM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卡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充 电 口：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TypeC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本地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ROM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：可选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电池容量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: 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＞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500mAh</a:t>
            </a:r>
            <a:b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语音助手：有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过充保护：有，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IC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过充芯片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降噪设计：芯片降噪，独立信号过滤设计方案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延 迟 率：＜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1.5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秒</a:t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准 确 率：普通话互动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99%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；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语言纠正率待定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通话时长：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&gt;1H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产品毛重：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55g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左右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健康信息：无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纠正逻辑：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用户语音输入 → 终端采集与降噪 → 固件封装上传 → 云端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ASR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识别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/NLU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语义理解 → 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对比数据库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大模型生成回复 → 云端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TTS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语音合成 → 终端播放。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成本分解：</a:t>
            </a:r>
            <a:endParaRPr lang="en-US" altLang="zh-CN" sz="1400" b="1" dirty="0" smtClean="0">
              <a:solidFill>
                <a:srgbClr val="000000"/>
              </a:solidFill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、解决方案设计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+ ID/MD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设计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=6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万</a:t>
            </a:r>
            <a:endParaRPr lang="en-US" altLang="zh-CN" sz="1400" dirty="0" smtClean="0">
              <a:solidFill>
                <a:srgbClr val="000000"/>
              </a:solidFill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、外壳开模：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8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万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最终费用可能低一点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、物料成本：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118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元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套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214778" y="1000108"/>
            <a:ext cx="4929222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产品代号：手表型语音纠正器</a:t>
            </a:r>
            <a:endParaRPr kumimoji="0" 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操作模式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按键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/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触控）：触屏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(1.44~1.6)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网络访问：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4G SIM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卡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充 电 口：</a:t>
            </a:r>
            <a:r>
              <a:rPr kumimoji="0" lang="en-US" altLang="zh-CN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TypeC</a:t>
            </a:r>
            <a:endParaRPr kumimoji="0" lang="en-US" altLang="zh-CN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本地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ROM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：可选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电池容量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: 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＞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600mAh</a:t>
            </a:r>
            <a:b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语音助手：有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过充保护：有，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IC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过充芯片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降噪设计：芯片降噪，独立信号过滤设计方案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重要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延 迟 率：＜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1.5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秒</a:t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准 确 率：普通话互动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99%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；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语言纠正率待定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通话时长：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&gt;1H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产品毛重：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60g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左右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健康信息：有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lang="zh-CN" altLang="en-US" sz="140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重要，同步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/>
            </a:r>
            <a:b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</a:b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纠正逻辑：</a:t>
            </a:r>
            <a:endParaRPr kumimoji="0" lang="zh-CN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用户语音输入 → 终端采集与降噪 → 固件封装上传 → 云端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ASR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识别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/NLU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语义理解 → 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对比数据库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大模型生成回复 → 云端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TTS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语音合成 → 终端播放。</a:t>
            </a:r>
            <a:endParaRPr kumimoji="0" lang="en-US" altLang="zh-CN" sz="1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b="1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成本分解：</a:t>
            </a:r>
            <a:endParaRPr lang="en-US" altLang="zh-CN" sz="1400" b="1" dirty="0" smtClean="0">
              <a:solidFill>
                <a:srgbClr val="000000"/>
              </a:solidFill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1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、解决方案设计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+ ID/MD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设计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=6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万</a:t>
            </a:r>
            <a:endParaRPr lang="en-US" altLang="zh-CN" sz="1400" dirty="0" smtClean="0">
              <a:solidFill>
                <a:srgbClr val="000000"/>
              </a:solidFill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2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、外壳开模：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10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万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(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最终实际费用可能低一点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3</a:t>
            </a:r>
            <a:r>
              <a: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、物料成本：</a:t>
            </a:r>
            <a:r>
              <a:rPr kumimoji="0" lang="en-US" altLang="zh-CN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宋体" pitchFamily="2" charset="-122"/>
                <a:cs typeface="宋体" pitchFamily="2" charset="-122"/>
              </a:rPr>
              <a:t>131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元</a:t>
            </a:r>
            <a:r>
              <a:rPr lang="en-US" altLang="zh-CN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/</a:t>
            </a:r>
            <a:r>
              <a:rPr lang="zh-CN" altLang="en-US" sz="1400" dirty="0" smtClean="0">
                <a:solidFill>
                  <a:srgbClr val="000000"/>
                </a:solidFill>
                <a:latin typeface="Calibri" pitchFamily="34" charset="0"/>
                <a:ea typeface="宋体" pitchFamily="2" charset="-122"/>
                <a:cs typeface="宋体" pitchFamily="2" charset="-122"/>
              </a:rPr>
              <a:t>套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1" y="1214422"/>
            <a:ext cx="3839475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54</Words>
  <Application>Microsoft Office PowerPoint</Application>
  <PresentationFormat>全屏显示(4:3)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Office 主题</vt:lpstr>
      <vt:lpstr>燃言语音纠正器报价方案</vt:lpstr>
      <vt:lpstr>幻灯片 2</vt:lpstr>
      <vt:lpstr>幻灯片 3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YEAH</dc:creator>
  <cp:lastModifiedBy>YEAH</cp:lastModifiedBy>
  <cp:revision>28</cp:revision>
  <dcterms:created xsi:type="dcterms:W3CDTF">2026-08-20T13:05:50Z</dcterms:created>
  <dcterms:modified xsi:type="dcterms:W3CDTF">2026-09-02T08:07:36Z</dcterms:modified>
</cp:coreProperties>
</file>